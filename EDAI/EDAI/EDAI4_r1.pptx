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war Shinde" userId="792eaff8cc6f63f3" providerId="LiveId" clId="{CA8B7619-13AB-490B-84FE-0562E1C48581}"/>
    <pc:docChg chg="custSel modSld">
      <pc:chgData name="Yogeshwar Shinde" userId="792eaff8cc6f63f3" providerId="LiveId" clId="{CA8B7619-13AB-490B-84FE-0562E1C48581}" dt="2026-03-12T06:11:24.864" v="7" actId="14100"/>
      <pc:docMkLst>
        <pc:docMk/>
      </pc:docMkLst>
      <pc:sldChg chg="addSp delSp modSp mod">
        <pc:chgData name="Yogeshwar Shinde" userId="792eaff8cc6f63f3" providerId="LiveId" clId="{CA8B7619-13AB-490B-84FE-0562E1C48581}" dt="2026-03-12T06:11:24.864" v="7" actId="14100"/>
        <pc:sldMkLst>
          <pc:docMk/>
          <pc:sldMk cId="1596474583" sldId="257"/>
        </pc:sldMkLst>
        <pc:spChg chg="add mod">
          <ac:chgData name="Yogeshwar Shinde" userId="792eaff8cc6f63f3" providerId="LiveId" clId="{CA8B7619-13AB-490B-84FE-0562E1C48581}" dt="2026-03-12T06:10:59.804" v="3" actId="14100"/>
          <ac:spMkLst>
            <pc:docMk/>
            <pc:sldMk cId="1596474583" sldId="257"/>
            <ac:spMk id="2" creationId="{97CECBB3-4DCC-F5B3-D4C6-31979DF082BF}"/>
          </ac:spMkLst>
        </pc:spChg>
        <pc:spChg chg="add">
          <ac:chgData name="Yogeshwar Shinde" userId="792eaff8cc6f63f3" providerId="LiveId" clId="{CA8B7619-13AB-490B-84FE-0562E1C48581}" dt="2026-03-12T06:11:09.226" v="5"/>
          <ac:spMkLst>
            <pc:docMk/>
            <pc:sldMk cId="1596474583" sldId="257"/>
            <ac:spMk id="3" creationId="{18E1B4A1-DF47-C099-4621-3F91485E110F}"/>
          </ac:spMkLst>
        </pc:spChg>
        <pc:picChg chg="del mod">
          <ac:chgData name="Yogeshwar Shinde" userId="792eaff8cc6f63f3" providerId="LiveId" clId="{CA8B7619-13AB-490B-84FE-0562E1C48581}" dt="2026-03-12T06:11:02.743" v="4" actId="21"/>
          <ac:picMkLst>
            <pc:docMk/>
            <pc:sldMk cId="1596474583" sldId="257"/>
            <ac:picMk id="4" creationId="{18AD788C-D8F5-C32B-D25F-2B2508E3B7EB}"/>
          </ac:picMkLst>
        </pc:picChg>
        <pc:picChg chg="add mod">
          <ac:chgData name="Yogeshwar Shinde" userId="792eaff8cc6f63f3" providerId="LiveId" clId="{CA8B7619-13AB-490B-84FE-0562E1C48581}" dt="2026-03-12T06:11:24.864" v="7" actId="14100"/>
          <ac:picMkLst>
            <pc:docMk/>
            <pc:sldMk cId="1596474583" sldId="257"/>
            <ac:picMk id="6" creationId="{97F398A1-B077-5E01-E0CD-7A03AEEA06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0DD3-3908-93C2-93CC-7E8170268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76F9A-58C3-9793-2DAA-39214BAF8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21F1B-6811-5623-461F-03492EBD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CE493-C818-3EDC-53E9-64A2ED46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E7CD-8584-D1AF-B04F-FD6D8E40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78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14B4-FF0E-B9AA-8BFF-4762EDF7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057D-F5BB-9256-39C4-0DA9D335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D7F99-90A0-24B9-9303-D893E43E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C2903-1819-705A-61A7-675B244E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BEEF-79DB-1436-EC9C-D0E9F34D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0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772F-7DAA-27DD-6807-57AAE21A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74AA1-1BE7-2E24-AD72-ED9EC1DDD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D567A-1770-B842-35A1-7C05134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98575-E919-7B5C-9BD1-9ACD309C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419FC-2B61-94EE-7B3E-A2D0B5E6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25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F059-9522-A860-9D7D-8E10BD3C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B452-12B0-11C7-AEC3-DB0BAEC6A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019EA-E067-A1B5-B8F4-CD6FB1431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6BECB-1CFA-D1FC-01A6-5A8DC8EE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04EE8-4DAB-E44A-291C-0602C85A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4447-805C-60FF-AF59-F0199BEE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3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5618-331C-38EA-B2C5-1749984C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325D-663F-D0C2-3103-8E0E0B76E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B5273-91D6-9F5B-059D-E23EA4D01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0B3F7-7660-E0A3-27F2-AC577662E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2253A-C59A-E448-18C6-FA81AAE51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6CEE3-46D9-A7EC-8E53-B33452B0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E68D7F-FAAF-4545-42CB-FC80AD18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2CB06-71C4-A7F4-DF62-52FBCD07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06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0AD4-9070-246A-B4FE-BEE9A9F0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6C295-7F2C-E6C2-EDC0-A6824D21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A5F64-7B2F-A3E0-0D69-88D241F6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D655D-3B17-7A84-7D34-1920DBB6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8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09E3E-E543-C870-FD18-7D3A5E37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04188-5119-A4AC-156A-55C88266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5399-6C8D-8884-D873-50EFCB5D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6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E311-278E-BC61-5F56-38F2A104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5367D-BB12-6DC8-7EC8-3D5281FE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387CE-0156-C659-94DD-605AB97C2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B53E6-CF00-1FE8-47B0-E8CD6AE8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0C852-BBBC-5B85-C69D-6A35F946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CFAB9-4014-8758-5794-6E8356E6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91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862F-50CB-ED29-78C8-8FA553DA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BA28F-524C-F774-57E2-FD6FB0986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34949-6B27-4506-BD64-6768809BD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38E23-AEBF-BEAE-6F7A-F0278E9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927A4-A1EF-A3FE-467C-84ACE25D3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D27A2-DA93-4051-3C3D-F936CC00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6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6478-FA2D-9C29-DD79-9F46BCD8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8A999-1E23-0028-A8B3-AAAA39AAF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DE29B-D1CB-7968-8A13-330D980F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3C0AF-7ACC-94C9-F209-9ED9505D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BD618-9821-3D6D-F671-19CC9560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98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D201D-2F10-77B0-DA48-2B9499791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16E6C-7670-7D65-3143-F7431BD8F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2CD60-C7D5-46A5-4798-914F23F4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2342-2985-D176-D513-F99F2AAE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E4FB-C5C9-4519-7EB5-AD30DC60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62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214F7-0276-7220-DDC6-778EBE51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4E1A2-FF08-AE40-436B-4E02806B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CB4B3-519A-F897-016E-05459B8C5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BC0D5-537A-42B3-92A7-6B76A5CCF23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30F91-10B1-ED22-A8E3-6B15FC792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4FC6D-15AB-125A-E0B7-50A8BF50D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4CE21-DBAA-4499-8115-652DB98E3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8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398A1-B077-5E01-E0CD-7A03AEEA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74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756E-2A40-6053-0413-7703DD50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D8573-6FCA-EE9E-C0EE-EFE8B91B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173B-797F-14A0-0B06-62459976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C0D7C-A2A9-53F1-FAB6-4738E3B6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5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ABE9-33B8-315D-BCB1-21D94111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6FA43-8142-C47A-3A9C-D0BDA521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3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155A-FE23-CDDE-9C7D-3ED2E5FB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D34B6-23D6-306B-62BA-3A68A76F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1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1489-89C2-6E8E-7AC8-0DBC4080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42B3F-E72B-8FD1-5355-79A9011D4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3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EBD2-244A-0BFD-61C6-7BCE7E59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600B3-4112-36CE-B405-2BDE056F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3895-FC5D-D19C-A515-37C2E78A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4387A-145C-7358-7CC1-713FABA7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6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B24D-F26C-DA57-F63D-AABE3856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C6EA3-CC0D-D576-8613-9CC55ED7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2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F1ED2-AA2B-F2D3-CA18-342A7F89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3A09D-9D09-6D5A-B375-A7ECDD23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2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0714-141E-0107-2E1A-C1D13EF6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EACAC3-CC46-25B2-1F2C-94C18B58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9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A264-51F9-5769-0FB5-B8ACCD29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72698-EA10-FC3E-E1C6-641DFCE0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0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E415-3076-4D50-2CFE-5B58D340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DD3E3-35F8-12BF-6648-DE25192F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5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01DC-E58B-35D2-CAF8-C21430E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D31E4-6B5F-9D18-49E0-F7E8D862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9B52-3954-AADD-751C-80D83C7D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6A97B-89B0-0A18-D73E-3A6DCA9C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Yogeshwar Shinde</dc:creator>
  <cp:lastModifiedBy>Yogeshwar Shinde</cp:lastModifiedBy>
  <cp:revision>1</cp:revision>
  <dcterms:created xsi:type="dcterms:W3CDTF">2026-03-11T09:28:09Z</dcterms:created>
  <dcterms:modified xsi:type="dcterms:W3CDTF">2026-03-12T06:11:35Z</dcterms:modified>
</cp:coreProperties>
</file>